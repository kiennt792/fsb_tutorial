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-114" y="-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17/06/2017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="" xmlns:p14="http://schemas.microsoft.com/office/powerpoint/2010/main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</a:t>
            </a:r>
            <a:r>
              <a:rPr lang="en-US" sz="4400" b="1" smtClean="0"/>
              <a:t>19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/>
              <a:t>VISUAL PATTERN RECOGNITION</a:t>
            </a:r>
            <a:endParaRPr lang="vi-VN" sz="3200" dirty="0"/>
          </a:p>
        </p:txBody>
      </p:sp>
    </p:spTree>
    <p:extLst>
      <p:ext uri="{BB962C8B-B14F-4D97-AF65-F5344CB8AC3E}">
        <p14:creationId xmlns="" xmlns:p14="http://schemas.microsoft.com/office/powerpoint/2010/main" val="122089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What is visual pattern recognition and how does it relate to </a:t>
            </a:r>
            <a:r>
              <a:rPr lang="en-US" smtClean="0"/>
              <a:t>general </a:t>
            </a:r>
            <a:r>
              <a:rPr lang="en-US" smtClean="0"/>
              <a:t>pattern recognition</a:t>
            </a:r>
            <a:r>
              <a:rPr lang="en-US" smtClean="0"/>
              <a:t>?</a:t>
            </a:r>
          </a:p>
          <a:p>
            <a:r>
              <a:rPr lang="en-US" smtClean="0"/>
              <a:t>What </a:t>
            </a:r>
            <a:r>
              <a:rPr lang="en-US" smtClean="0"/>
              <a:t>are patterns and pattern classes?</a:t>
            </a:r>
          </a:p>
          <a:p>
            <a:r>
              <a:rPr lang="en-US" smtClean="0"/>
              <a:t>What </a:t>
            </a:r>
            <a:r>
              <a:rPr lang="en-US" smtClean="0"/>
              <a:t>is a pattern classifier?</a:t>
            </a:r>
          </a:p>
          <a:p>
            <a:r>
              <a:rPr lang="en-US" smtClean="0"/>
              <a:t>Which </a:t>
            </a:r>
            <a:r>
              <a:rPr lang="en-US" smtClean="0"/>
              <a:t>steps are normally needed to design, build, and test a </a:t>
            </a:r>
            <a:r>
              <a:rPr lang="en-US" smtClean="0"/>
              <a:t>visual </a:t>
            </a:r>
            <a:r>
              <a:rPr lang="en-US" smtClean="0"/>
              <a:t>pattern classifier</a:t>
            </a:r>
            <a:r>
              <a:rPr lang="en-US" smtClean="0"/>
              <a:t>?</a:t>
            </a:r>
          </a:p>
          <a:p>
            <a:r>
              <a:rPr lang="en-US" smtClean="0"/>
              <a:t>How </a:t>
            </a:r>
            <a:r>
              <a:rPr lang="en-US" smtClean="0"/>
              <a:t>can the performance of visual pattern classifiers be evaluated?</a:t>
            </a:r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354631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5- Image sensing and acquisition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5- Image sensing and acquisition</Template>
  <TotalTime>2</TotalTime>
  <Words>67</Words>
  <Application>Microsoft Office PowerPoint</Application>
  <PresentationFormat>Custom</PresentationFormat>
  <Paragraphs>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CHAPTER 5- Image sensing and acquisition</vt:lpstr>
      <vt:lpstr>CHAPTER 19</vt:lpstr>
      <vt:lpstr>WHAT WILL WE LEARN?</vt:lpstr>
      <vt:lpstr>INTRODUCTION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</dc:title>
  <dc:creator>Thuy Nguyen</dc:creator>
  <cp:lastModifiedBy>Thuy Nguyen</cp:lastModifiedBy>
  <cp:revision>1</cp:revision>
  <dcterms:created xsi:type="dcterms:W3CDTF">2017-06-17T00:09:17Z</dcterms:created>
  <dcterms:modified xsi:type="dcterms:W3CDTF">2017-06-17T00:12:09Z</dcterms:modified>
</cp:coreProperties>
</file>